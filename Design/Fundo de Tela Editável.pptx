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2BC11-638D-8373-7A93-CBBBAD8FD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07714B-2A3A-38A3-3EE3-9F2B1A78B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617334-A0BC-6EE4-AFC7-622333706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04/10/2026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1BB7B9-68A2-EB3A-857C-CF34ED1D4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8D1887-6B9C-720B-12A8-42EC7613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85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36A4A-5BA1-B11C-C8CF-B87FBB857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C5EB58-F4D5-3D33-7074-907033593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BE92ED-C5E0-84EF-FDA2-C57A2A36F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04/10/2026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3DE8A4-F1BC-970C-43DF-B0FA4008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36A8C5-DD5C-5B21-90AF-2BDAD6D9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025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36B90-9090-5CFB-A63F-E02B7284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4A9CC7-2969-ED94-3983-62937C7C7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5892E9-9EDA-FECA-8966-080186DD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04/10/2026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74EDF2-41D6-BB86-D188-0A7F983CD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3E6BE9-FF99-3345-66AC-50649D02A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63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D182F-F909-0A88-0EA4-9BA4D9D8A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80E833-4729-9CA0-6AF9-59975E890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142E5D-8533-7160-375C-1F0DC6CF7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FC4936-2339-B2D9-992D-EE95CFBC8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04/10/2026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8CE816-FA15-D60F-2D4D-6D9DCCFC3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5B88FE-2639-3EC5-3253-880052E21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5090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CB40E-C61D-9DC3-8A1B-F3574A301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8BC716-198C-AF8E-D284-C91810F7A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BE21EF-449D-8748-4EDD-B5D037408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A202AE-D788-738D-E675-186F7F065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99E03B0-B001-4D36-8FF2-B5BB62CC3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26B4950-13E6-8096-C435-7155F761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04/10/2026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4600F9-5489-F921-5E1D-A9EE87487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5D87B70-5D71-421E-2F8D-73969B58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0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8A0BB-6BBD-D69E-D18C-A91B477F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408E992-0E6D-B3DC-4BE3-B0235FF6D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04/10/2026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0F4363-268B-BB99-756B-F97AD530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08B0B7-A642-A6C9-B8E3-BECF4638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215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D55B341-3030-5F2E-F6F1-FE597DF51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04/10/2026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222682-09B2-7BB9-CCA5-1BE7F1CD9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265105-4851-F916-2790-1B67CF1F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37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AFA071-097B-7767-72ED-EFA148FE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28C3D3-CC72-D8E9-413A-47AEE6DC7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C91D9C-17DE-F89A-E22A-BBAC1A0FE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50F5F9-3C46-00AF-935D-BF3CE94E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04/10/2026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43E6B9-3B18-337F-D5D1-9668C5143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301747-517B-BEB4-0CC8-1A829248B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0840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9BEA4-B035-782B-E35C-C73B7EF11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3DBC817-21E4-820F-80FC-24758577A1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5C68D4-1477-905C-773A-E1E18498A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E83DBA-67FD-D580-F07E-443407F1D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04/10/2026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D0E952-424C-7F96-2711-388ACD35B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E0E915-B82D-CC96-4BBD-F3465B09D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7763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47031-6626-E07C-195F-22978599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298106-3F91-48F6-C5B5-ADCF0A15C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11CE08-9263-8EDC-07BC-DD5DDFF3D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04/10/2026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0DE0FF-9047-87A1-1DC4-0E236DC78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E166AF-78B5-A6F1-07FA-54B22C50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422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844841-BC50-E472-346C-52CA7236A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176BEC1-ED22-B8B2-1A4D-ED2699BFC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8D9CF4-78CA-D01A-C536-CFBCC5C3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9ADB-44F9-42FD-B408-9E5C78A71F42}" type="datetimeFigureOut">
              <a:rPr lang="pt-BR" smtClean="0"/>
              <a:t>04/10/2026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2FDB36-C663-380A-5AAE-3BFB22F0A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9117C0-AC4B-2900-A637-386C77859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834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F2B00DF-AE7E-3302-A47B-F524B2AC8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328011-36C9-2174-E349-D7815CA7D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CF9C43-5509-2E70-9A6D-C8D1CFDC4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909ADB-44F9-42FD-B408-9E5C78A71F42}" type="datetimeFigureOut">
              <a:rPr lang="pt-BR" smtClean="0"/>
              <a:t>04/10/2026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7FC2FE-2E38-5457-13CD-930D6A625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E4E832-1CF0-BC83-CAEC-5A6E39742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8DEBE-0DC8-4DCF-9490-61767DFF06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019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F70FC25-2F10-5DD4-0142-7B6E7B209E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DE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CFE997B-7E4F-A4F6-269A-F907E2F9E362}"/>
              </a:ext>
            </a:extLst>
          </p:cNvPr>
          <p:cNvSpPr/>
          <p:nvPr/>
        </p:nvSpPr>
        <p:spPr>
          <a:xfrm>
            <a:off x="7637930" y="0"/>
            <a:ext cx="4554070" cy="6858000"/>
          </a:xfrm>
          <a:prstGeom prst="rect">
            <a:avLst/>
          </a:prstGeom>
          <a:solidFill>
            <a:srgbClr val="337F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3B1B114-A906-379E-E30F-A5AA6EB025AA}"/>
              </a:ext>
            </a:extLst>
          </p:cNvPr>
          <p:cNvSpPr/>
          <p:nvPr/>
        </p:nvSpPr>
        <p:spPr>
          <a:xfrm>
            <a:off x="382602" y="854528"/>
            <a:ext cx="2170098" cy="883103"/>
          </a:xfrm>
          <a:prstGeom prst="roundRect">
            <a:avLst>
              <a:gd name="adj" fmla="val 8038"/>
            </a:avLst>
          </a:prstGeom>
          <a:gradFill flip="none" rotWithShape="1">
            <a:gsLst>
              <a:gs pos="0">
                <a:srgbClr val="66C1FE"/>
              </a:gs>
              <a:gs pos="100000">
                <a:srgbClr val="2C59F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5D5CD9A-B89E-87DC-3059-039284F53A09}"/>
              </a:ext>
            </a:extLst>
          </p:cNvPr>
          <p:cNvSpPr/>
          <p:nvPr/>
        </p:nvSpPr>
        <p:spPr>
          <a:xfrm>
            <a:off x="2777459" y="854529"/>
            <a:ext cx="2170098" cy="883102"/>
          </a:xfrm>
          <a:prstGeom prst="roundRect">
            <a:avLst>
              <a:gd name="adj" fmla="val 9271"/>
            </a:avLst>
          </a:prstGeom>
          <a:gradFill flip="none" rotWithShape="1">
            <a:gsLst>
              <a:gs pos="0">
                <a:srgbClr val="FF8D8A"/>
              </a:gs>
              <a:gs pos="100000">
                <a:srgbClr val="FF6D8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F102995-233D-FFBC-B3E1-9D2A8B702A93}"/>
              </a:ext>
            </a:extLst>
          </p:cNvPr>
          <p:cNvSpPr/>
          <p:nvPr/>
        </p:nvSpPr>
        <p:spPr>
          <a:xfrm>
            <a:off x="5172316" y="854529"/>
            <a:ext cx="2170098" cy="883102"/>
          </a:xfrm>
          <a:prstGeom prst="roundRect">
            <a:avLst>
              <a:gd name="adj" fmla="val 9887"/>
            </a:avLst>
          </a:prstGeom>
          <a:gradFill flip="none" rotWithShape="1">
            <a:gsLst>
              <a:gs pos="0">
                <a:srgbClr val="0CB7DF"/>
              </a:gs>
              <a:gs pos="100000">
                <a:srgbClr val="28F0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DFDBC35-0C37-D679-6D18-234A7603899A}"/>
              </a:ext>
            </a:extLst>
          </p:cNvPr>
          <p:cNvSpPr/>
          <p:nvPr/>
        </p:nvSpPr>
        <p:spPr>
          <a:xfrm>
            <a:off x="382601" y="1959829"/>
            <a:ext cx="3371251" cy="2169409"/>
          </a:xfrm>
          <a:prstGeom prst="roundRect">
            <a:avLst>
              <a:gd name="adj" fmla="val 56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2E03FEA-1705-F19B-BA9C-A4CFB48CA6E7}"/>
              </a:ext>
            </a:extLst>
          </p:cNvPr>
          <p:cNvSpPr/>
          <p:nvPr/>
        </p:nvSpPr>
        <p:spPr>
          <a:xfrm>
            <a:off x="3971163" y="1959829"/>
            <a:ext cx="3371251" cy="2169409"/>
          </a:xfrm>
          <a:prstGeom prst="roundRect">
            <a:avLst>
              <a:gd name="adj" fmla="val 56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6250EAC-C955-288F-065E-6E362D695B52}"/>
              </a:ext>
            </a:extLst>
          </p:cNvPr>
          <p:cNvSpPr/>
          <p:nvPr/>
        </p:nvSpPr>
        <p:spPr>
          <a:xfrm>
            <a:off x="382600" y="4332186"/>
            <a:ext cx="6959814" cy="2169409"/>
          </a:xfrm>
          <a:prstGeom prst="roundRect">
            <a:avLst>
              <a:gd name="adj" fmla="val 599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1C7C227-C9A1-C2C6-363D-CA2CB0B34039}"/>
              </a:ext>
            </a:extLst>
          </p:cNvPr>
          <p:cNvSpPr txBox="1"/>
          <p:nvPr/>
        </p:nvSpPr>
        <p:spPr>
          <a:xfrm>
            <a:off x="287608" y="277621"/>
            <a:ext cx="4003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PERFORMANCE </a:t>
            </a:r>
            <a:r>
              <a:rPr lang="pt-BR" b="1" dirty="0"/>
              <a:t>COMERCIAL </a:t>
            </a:r>
            <a:r>
              <a:rPr lang="en-US" b="1" dirty="0"/>
              <a:t>| </a:t>
            </a:r>
            <a:endParaRPr lang="pt-BR" b="1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41B04C0-2E38-32B1-2D27-CFF830FA5B56}"/>
              </a:ext>
            </a:extLst>
          </p:cNvPr>
          <p:cNvSpPr txBox="1"/>
          <p:nvPr/>
        </p:nvSpPr>
        <p:spPr>
          <a:xfrm>
            <a:off x="5059393" y="356405"/>
            <a:ext cx="4754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/>
              <a:t>Ano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3122A8F-B6A5-57B2-9B25-E066C3B08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829" y="919959"/>
            <a:ext cx="360000" cy="3600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2A15A20-8B53-052A-14D8-D59AC79B6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800" y="919959"/>
            <a:ext cx="360000" cy="36000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51C36E66-596B-BE20-7221-FEE3E5989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543" y="919959"/>
            <a:ext cx="360000" cy="360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5EADD01-237B-0BB5-C685-5BB9BF01FDF6}"/>
              </a:ext>
            </a:extLst>
          </p:cNvPr>
          <p:cNvSpPr txBox="1"/>
          <p:nvPr/>
        </p:nvSpPr>
        <p:spPr>
          <a:xfrm>
            <a:off x="6099739" y="371017"/>
            <a:ext cx="4754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/>
              <a:t>Mês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866411F-7321-4EA0-7E07-CC01A76C62C9}"/>
              </a:ext>
            </a:extLst>
          </p:cNvPr>
          <p:cNvSpPr txBox="1"/>
          <p:nvPr/>
        </p:nvSpPr>
        <p:spPr>
          <a:xfrm>
            <a:off x="3608451" y="340823"/>
            <a:ext cx="7254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/>
              <a:t>Gerente</a:t>
            </a:r>
          </a:p>
        </p:txBody>
      </p:sp>
    </p:spTree>
    <p:extLst>
      <p:ext uri="{BB962C8B-B14F-4D97-AF65-F5344CB8AC3E}">
        <p14:creationId xmlns:p14="http://schemas.microsoft.com/office/powerpoint/2010/main" val="287092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1179-2E61-34D2-A2A5-42CF02181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EECFFEC-3B66-A027-F10B-EA3A2A7DD1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B7A085A-90AA-559F-BA1F-7AFE8A6805F9}"/>
              </a:ext>
            </a:extLst>
          </p:cNvPr>
          <p:cNvSpPr/>
          <p:nvPr/>
        </p:nvSpPr>
        <p:spPr>
          <a:xfrm>
            <a:off x="7637930" y="0"/>
            <a:ext cx="4554070" cy="6858000"/>
          </a:xfrm>
          <a:prstGeom prst="rect">
            <a:avLst/>
          </a:prstGeom>
          <a:solidFill>
            <a:srgbClr val="1E5B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480C1FE-A2B0-C685-9212-0836D6801577}"/>
              </a:ext>
            </a:extLst>
          </p:cNvPr>
          <p:cNvSpPr/>
          <p:nvPr/>
        </p:nvSpPr>
        <p:spPr>
          <a:xfrm>
            <a:off x="382602" y="854528"/>
            <a:ext cx="2170098" cy="883103"/>
          </a:xfrm>
          <a:prstGeom prst="roundRect">
            <a:avLst>
              <a:gd name="adj" fmla="val 8038"/>
            </a:avLst>
          </a:prstGeom>
          <a:gradFill flip="none" rotWithShape="1">
            <a:gsLst>
              <a:gs pos="0">
                <a:srgbClr val="66C1FE"/>
              </a:gs>
              <a:gs pos="100000">
                <a:srgbClr val="2C59F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7CB9DEC-3608-6011-F017-772C16EAD402}"/>
              </a:ext>
            </a:extLst>
          </p:cNvPr>
          <p:cNvSpPr/>
          <p:nvPr/>
        </p:nvSpPr>
        <p:spPr>
          <a:xfrm>
            <a:off x="2777459" y="854529"/>
            <a:ext cx="2170098" cy="883102"/>
          </a:xfrm>
          <a:prstGeom prst="roundRect">
            <a:avLst>
              <a:gd name="adj" fmla="val 9271"/>
            </a:avLst>
          </a:prstGeom>
          <a:gradFill flip="none" rotWithShape="1">
            <a:gsLst>
              <a:gs pos="0">
                <a:srgbClr val="FF8D8A"/>
              </a:gs>
              <a:gs pos="100000">
                <a:srgbClr val="FF6D8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F3915DA-7455-EDCE-9CF7-43B67F046051}"/>
              </a:ext>
            </a:extLst>
          </p:cNvPr>
          <p:cNvSpPr/>
          <p:nvPr/>
        </p:nvSpPr>
        <p:spPr>
          <a:xfrm>
            <a:off x="5172316" y="854529"/>
            <a:ext cx="2170098" cy="883102"/>
          </a:xfrm>
          <a:prstGeom prst="roundRect">
            <a:avLst>
              <a:gd name="adj" fmla="val 9887"/>
            </a:avLst>
          </a:prstGeom>
          <a:gradFill flip="none" rotWithShape="1">
            <a:gsLst>
              <a:gs pos="0">
                <a:srgbClr val="0CB7DF"/>
              </a:gs>
              <a:gs pos="100000">
                <a:srgbClr val="28F09D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2F374C7-02CC-4339-DBDC-FBB6A501559F}"/>
              </a:ext>
            </a:extLst>
          </p:cNvPr>
          <p:cNvSpPr/>
          <p:nvPr/>
        </p:nvSpPr>
        <p:spPr>
          <a:xfrm>
            <a:off x="382601" y="1959829"/>
            <a:ext cx="3371251" cy="2169409"/>
          </a:xfrm>
          <a:prstGeom prst="roundRect">
            <a:avLst>
              <a:gd name="adj" fmla="val 5628"/>
            </a:avLst>
          </a:prstGeom>
          <a:solidFill>
            <a:srgbClr val="162033"/>
          </a:solidFill>
          <a:ln w="9525">
            <a:solidFill>
              <a:srgbClr val="263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C6BA7FA-0E14-D0A1-E384-CE078BF8AE06}"/>
              </a:ext>
            </a:extLst>
          </p:cNvPr>
          <p:cNvSpPr/>
          <p:nvPr/>
        </p:nvSpPr>
        <p:spPr>
          <a:xfrm>
            <a:off x="3971163" y="1959829"/>
            <a:ext cx="3371251" cy="2169409"/>
          </a:xfrm>
          <a:prstGeom prst="roundRect">
            <a:avLst>
              <a:gd name="adj" fmla="val 5628"/>
            </a:avLst>
          </a:prstGeom>
          <a:solidFill>
            <a:srgbClr val="162033"/>
          </a:solidFill>
          <a:ln w="9525">
            <a:solidFill>
              <a:srgbClr val="263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F2AD397-7F06-8B41-B021-0F394EFC02DE}"/>
              </a:ext>
            </a:extLst>
          </p:cNvPr>
          <p:cNvSpPr/>
          <p:nvPr/>
        </p:nvSpPr>
        <p:spPr>
          <a:xfrm>
            <a:off x="382600" y="4332186"/>
            <a:ext cx="6959814" cy="2169409"/>
          </a:xfrm>
          <a:prstGeom prst="roundRect">
            <a:avLst>
              <a:gd name="adj" fmla="val 5998"/>
            </a:avLst>
          </a:prstGeom>
          <a:solidFill>
            <a:srgbClr val="162033"/>
          </a:solidFill>
          <a:ln w="9525">
            <a:solidFill>
              <a:srgbClr val="2633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ED8F054B-BCFD-6076-6E52-96F1235B4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829" y="919959"/>
            <a:ext cx="360000" cy="3600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CF10F16-2943-8847-B3FD-3DC1CC465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800" y="919959"/>
            <a:ext cx="360000" cy="36000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1562528-C664-27FB-26FB-951A769D2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543" y="919959"/>
            <a:ext cx="360000" cy="360000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0B33DAB3-8422-EAFA-9935-B97376045E70}"/>
              </a:ext>
            </a:extLst>
          </p:cNvPr>
          <p:cNvSpPr txBox="1"/>
          <p:nvPr/>
        </p:nvSpPr>
        <p:spPr>
          <a:xfrm>
            <a:off x="287608" y="277621"/>
            <a:ext cx="7054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PERFORMANCE </a:t>
            </a:r>
            <a:r>
              <a:rPr lang="pt-BR" b="1" dirty="0">
                <a:solidFill>
                  <a:schemeClr val="bg2"/>
                </a:solidFill>
              </a:rPr>
              <a:t>COMERCIAL   </a:t>
            </a:r>
            <a:r>
              <a:rPr lang="en-US" b="1" dirty="0">
                <a:solidFill>
                  <a:schemeClr val="bg2"/>
                </a:solidFill>
              </a:rPr>
              <a:t>| </a:t>
            </a:r>
            <a:endParaRPr lang="pt-BR" b="1" dirty="0">
              <a:solidFill>
                <a:schemeClr val="bg2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CB37537-DBD0-9F65-8E0E-2EEED7A1C66E}"/>
              </a:ext>
            </a:extLst>
          </p:cNvPr>
          <p:cNvSpPr txBox="1"/>
          <p:nvPr/>
        </p:nvSpPr>
        <p:spPr>
          <a:xfrm>
            <a:off x="5059393" y="356405"/>
            <a:ext cx="4754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2"/>
                </a:solidFill>
              </a:rPr>
              <a:t>Ano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2D907BF-1B2E-CF8F-373D-47E5AEC4AA83}"/>
              </a:ext>
            </a:extLst>
          </p:cNvPr>
          <p:cNvSpPr txBox="1"/>
          <p:nvPr/>
        </p:nvSpPr>
        <p:spPr>
          <a:xfrm>
            <a:off x="6099739" y="371017"/>
            <a:ext cx="4754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2"/>
                </a:solidFill>
              </a:rPr>
              <a:t>Mês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0567C5A-EFD3-10C3-2FE9-4D818763C09B}"/>
              </a:ext>
            </a:extLst>
          </p:cNvPr>
          <p:cNvSpPr txBox="1"/>
          <p:nvPr/>
        </p:nvSpPr>
        <p:spPr>
          <a:xfrm>
            <a:off x="3608451" y="340823"/>
            <a:ext cx="72542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2"/>
                </a:solidFill>
              </a:rPr>
              <a:t>Gerente</a:t>
            </a:r>
          </a:p>
        </p:txBody>
      </p:sp>
    </p:spTree>
    <p:extLst>
      <p:ext uri="{BB962C8B-B14F-4D97-AF65-F5344CB8AC3E}">
        <p14:creationId xmlns:p14="http://schemas.microsoft.com/office/powerpoint/2010/main" val="1184065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9E548-6F90-470B-AA6F-2B2304160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651844-B782-C323-8095-DDE1CFF6D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F8480D0-D793-6017-6B59-CEE310312C8B}"/>
              </a:ext>
            </a:extLst>
          </p:cNvPr>
          <p:cNvSpPr/>
          <p:nvPr/>
        </p:nvSpPr>
        <p:spPr>
          <a:xfrm>
            <a:off x="1049020" y="1590040"/>
            <a:ext cx="3093720" cy="1485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53D1221-D15C-B901-AE47-9891B7D2A8B9}"/>
              </a:ext>
            </a:extLst>
          </p:cNvPr>
          <p:cNvSpPr/>
          <p:nvPr/>
        </p:nvSpPr>
        <p:spPr>
          <a:xfrm>
            <a:off x="4497070" y="1640840"/>
            <a:ext cx="3093720" cy="1485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6B37F73-EE8B-B983-5F5B-3E746A206A0E}"/>
              </a:ext>
            </a:extLst>
          </p:cNvPr>
          <p:cNvSpPr/>
          <p:nvPr/>
        </p:nvSpPr>
        <p:spPr>
          <a:xfrm>
            <a:off x="1049020" y="3429000"/>
            <a:ext cx="3093720" cy="1485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29376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359AD8-AC87-4504-9FFD-E7C08A5E38A1}">
  <we:reference id="wa200010725" version="1.0.0.1" store="pt-BR" storeType="OMEX"/>
  <we:alternateReferences>
    <we:reference id="WA200010725" version="1.0.0.1" store="" storeType="OMEX"/>
  </we:alternateReferences>
  <we:properties>
    <we:property name="claude.fileId" value="&quot;c8ae6e95-9289-4901-99de-1477e0a9491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Sayuri Valente Arimori</dc:creator>
  <cp:lastModifiedBy>Nilvan Felipe</cp:lastModifiedBy>
  <cp:revision>4</cp:revision>
  <dcterms:created xsi:type="dcterms:W3CDTF">2026-04-19T19:18:40Z</dcterms:created>
  <dcterms:modified xsi:type="dcterms:W3CDTF">2026-10-04T21:23:44Z</dcterms:modified>
</cp:coreProperties>
</file>